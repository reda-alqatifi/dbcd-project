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59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67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937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4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2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203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01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706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94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00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733A8-A7F4-42D0-B817-BD235C23F655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32817-5BB9-41C2-AFAE-4591366187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6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 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00111"/>
            <a:ext cx="10515600" cy="503237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Projects</a:t>
            </a:r>
          </a:p>
          <a:p>
            <a:pPr lvl="1"/>
            <a:r>
              <a:rPr lang="en-US" dirty="0"/>
              <a:t>Group project </a:t>
            </a:r>
          </a:p>
          <a:p>
            <a:pPr lvl="1"/>
            <a:r>
              <a:rPr lang="en-US" dirty="0"/>
              <a:t>A group of Maximum 4 Members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Will loose 1 mark if you miss a deadline</a:t>
            </a:r>
          </a:p>
          <a:p>
            <a:r>
              <a:rPr lang="en-US" dirty="0"/>
              <a:t>Two Phases </a:t>
            </a:r>
          </a:p>
          <a:p>
            <a:pPr lvl="1"/>
            <a:r>
              <a:rPr lang="en-US" dirty="0"/>
              <a:t>Design Phase (8%)  Due – </a:t>
            </a:r>
            <a:r>
              <a:rPr lang="en-US" dirty="0">
                <a:solidFill>
                  <a:srgbClr val="FF0000"/>
                </a:solidFill>
              </a:rPr>
              <a:t>Date (11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Week) </a:t>
            </a:r>
          </a:p>
          <a:p>
            <a:pPr lvl="2"/>
            <a:r>
              <a:rPr lang="en-US" dirty="0"/>
              <a:t>Problem Statement (1 %) ( A minimum of 10 Tables ) (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March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Requirement Specification (2%)  </a:t>
            </a:r>
            <a:r>
              <a:rPr lang="en-US" dirty="0">
                <a:solidFill>
                  <a:srgbClr val="FF0000"/>
                </a:solidFill>
              </a:rPr>
              <a:t>(Due Date – 8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Week ) (31</a:t>
            </a:r>
            <a:r>
              <a:rPr lang="en-US" baseline="30000" dirty="0">
                <a:solidFill>
                  <a:srgbClr val="FF0000"/>
                </a:solidFill>
              </a:rPr>
              <a:t>st</a:t>
            </a:r>
            <a:r>
              <a:rPr lang="en-US" dirty="0">
                <a:solidFill>
                  <a:srgbClr val="FF0000"/>
                </a:solidFill>
              </a:rPr>
              <a:t> March)</a:t>
            </a:r>
          </a:p>
          <a:p>
            <a:pPr lvl="2"/>
            <a:r>
              <a:rPr lang="en-US" dirty="0"/>
              <a:t>ERD (5 %) Due Date </a:t>
            </a:r>
            <a:r>
              <a:rPr lang="en-US" dirty="0">
                <a:solidFill>
                  <a:srgbClr val="FF0000"/>
                </a:solidFill>
              </a:rPr>
              <a:t>(10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Week) ( 12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April)</a:t>
            </a:r>
          </a:p>
          <a:p>
            <a:pPr lvl="3"/>
            <a:r>
              <a:rPr lang="en-US" dirty="0"/>
              <a:t>Implemented in a tool of your own choice (ERD 2%, Complexity 1%, Proper Diagram 1%, Defending 1%)</a:t>
            </a:r>
          </a:p>
          <a:p>
            <a:pPr lvl="1"/>
            <a:r>
              <a:rPr lang="en-US" dirty="0"/>
              <a:t>Implementation Phase (7%) – </a:t>
            </a:r>
            <a:r>
              <a:rPr lang="en-US" dirty="0">
                <a:solidFill>
                  <a:srgbClr val="FF0000"/>
                </a:solidFill>
              </a:rPr>
              <a:t>Due Date ( 14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Week ) (10</a:t>
            </a:r>
            <a:r>
              <a:rPr lang="en-US" baseline="30000" dirty="0">
                <a:solidFill>
                  <a:srgbClr val="FF0000"/>
                </a:solidFill>
              </a:rPr>
              <a:t>th</a:t>
            </a:r>
            <a:r>
              <a:rPr lang="en-US" dirty="0">
                <a:solidFill>
                  <a:srgbClr val="FF0000"/>
                </a:solidFill>
              </a:rPr>
              <a:t> May)</a:t>
            </a:r>
          </a:p>
          <a:p>
            <a:pPr lvl="2"/>
            <a:r>
              <a:rPr lang="en-US" dirty="0"/>
              <a:t>Implementation in Oracle APEX</a:t>
            </a:r>
          </a:p>
          <a:p>
            <a:pPr lvl="2"/>
            <a:r>
              <a:rPr lang="en-US" dirty="0"/>
              <a:t>Logical Model (2 %)</a:t>
            </a:r>
          </a:p>
          <a:p>
            <a:pPr lvl="2"/>
            <a:r>
              <a:rPr lang="en-US" dirty="0"/>
              <a:t>Population of Data ( 1%) </a:t>
            </a:r>
          </a:p>
          <a:p>
            <a:pPr lvl="2"/>
            <a:r>
              <a:rPr lang="en-US" dirty="0"/>
              <a:t>SQL Queries for Retrial of data for report (Complexity like using joins etc. ) (2%)</a:t>
            </a:r>
          </a:p>
          <a:p>
            <a:pPr lvl="2"/>
            <a:r>
              <a:rPr lang="en-US" dirty="0"/>
              <a:t>Forms  (1 %)</a:t>
            </a:r>
          </a:p>
          <a:p>
            <a:pPr lvl="2"/>
            <a:r>
              <a:rPr lang="en-US" dirty="0"/>
              <a:t>Reports (1 %) </a:t>
            </a:r>
          </a:p>
          <a:p>
            <a:r>
              <a:rPr lang="en-US" dirty="0"/>
              <a:t>Deliverables (A report of design phase- A demo of the implementation phase)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968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174</Words>
  <Application>Microsoft Office PowerPoint</Application>
  <PresentationFormat>شاشة عريضة</PresentationFormat>
  <Paragraphs>20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Announcement 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  </dc:title>
  <dc:creator>Muhammad Rafique</dc:creator>
  <cp:lastModifiedBy>رضا القطيفي</cp:lastModifiedBy>
  <cp:revision>2</cp:revision>
  <dcterms:created xsi:type="dcterms:W3CDTF">2026-02-18T10:03:15Z</dcterms:created>
  <dcterms:modified xsi:type="dcterms:W3CDTF">2026-03-24T03:10:36Z</dcterms:modified>
</cp:coreProperties>
</file>